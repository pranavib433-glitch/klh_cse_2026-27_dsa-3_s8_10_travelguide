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7315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Guide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E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Searchable Travel Information Repository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3A33"/>
                </a:solidFill>
              </a:rPr>
              <a:t>V. Charishma – 2520030140   |   B. Pranavi – 2520030026   |   Sathwika – 2520030007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Tourists need quick and reliable information about attractions, hotels, restaurants and transportation while planning or during their trips.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The Travel Guide is a searchable travel information repository that stores and organizes travel-related information on one centralized platform.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Users can quickly search destinations, attractions, hotels, restaurants and transportation options.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The system improves information accessibility, reduces search time and helps tourists make better travel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Travel information is scattered across different sources.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Finding tourist attractions can be time-consuming.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Searching for suitable hotels and restaurants is difficult.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Transportation information is not available in one place.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Comparing different travel options is inconvenient.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Tourists need a centralized and searchable travel information system.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The system should provide quick and organized access to travel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Build a centralized repository for destinations, attractions, hotels, restaurants and transport.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Provide fast keyword search using efficient string-matching algorithms.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Handle misspelled destination names with smart suggestions.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Find the shortest route between destinations and a good order for multi-city trips.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Allow information to be added, updated, deleted and managed easily.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Apply data structures and algorithms with proper time and space complexity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Functionalities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81381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577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Destination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Search for destinations based on location or name.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Attraction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Find tourist attractions and important places.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Hotel Information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View available hotels and accommodation details.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Restaurant Information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Search for restaurants and food options.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Transportation Options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Provides information about available transportation.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Category-Based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Search by attractions, hotels, restaurants or transport.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Location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Find travel information based on a selected location.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Information Management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Add, update, delete and manage travel information.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3A33"/>
                          </a:solidFill>
                        </a:rPr>
                        <a:t>Search Optimization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3A33"/>
                          </a:solidFill>
                        </a:rPr>
                        <a:t>Use efficient searching techniques to retrieve information quickly.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Technologies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8138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3A33"/>
                          </a:solidFill>
                        </a:rPr>
                        <a:t>Programming Language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E3A33"/>
                          </a:solidFill>
                        </a:rPr>
                        <a:t>Java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3A33"/>
                          </a:solidFill>
                        </a:rPr>
                        <a:t>Frontend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E3A33"/>
                          </a:solidFill>
                        </a:rPr>
                        <a:t>HTML, CSS, JavaScript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3A33"/>
                          </a:solidFill>
                        </a:rPr>
                        <a:t>IDE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E3A33"/>
                          </a:solidFill>
                        </a:rPr>
                        <a:t>IntelliJ IDEA / Eclipse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E3A33"/>
                          </a:solidFill>
                        </a:rPr>
                        <a:t>Version Control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E3A33"/>
                          </a:solidFill>
                        </a:rPr>
                        <a:t>Git &amp; GitHub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DSA Concepts Used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81381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5349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in the Travel Guide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ArrayList / List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Stores destination information, bookings and favourites-related data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String Matching – KMP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Searches words or phrases in destination descriptions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Rabin–Karp Algorithm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Cross-checks word-search results using rolling hashes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Suffix Array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Organizes suffixes of combined destination descriptions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LCP Array – Kasai's Algorithm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Finds common prefixes of neighbouring suffixes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DP – Edit Distance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Suggests the correct destination when a name is misspelled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Bitmask Dynamic Programming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Finds a good visiting order for multiple selected cities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Graph – Adjacency Matrix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Represents distances between destinations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Dijkstra's Algorithm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Finds the shortest route between two destinations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Floyd–Warshall Algorithm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Calculates shortest distances between all pairs of destinations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11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Priority Queue / Min-Heap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Helps Dijkstra process the nearest available destination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3A33"/>
                          </a:solidFill>
                        </a:rPr>
                        <a:t>Time &amp; Space Complexity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3A33"/>
                          </a:solidFill>
                        </a:rPr>
                        <a:t>Analyzes algorithm performance and memory usage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Centralized travel information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Faster information retrieval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Easy destination searching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Organized attraction information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Hotel and restaurant information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Transportation details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Improved search efficiency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User-friendly travel information access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E3A33"/>
                </a:solidFill>
              </a:rPr>
              <a:t>Scalable system for future expansion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AI-based travel recommendations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Personalized itinerary generation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Map and GPS integration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Real-time transportation information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Weather information integration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Mobile application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Voice-based travel search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Multi-language support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7E"/>
          </a:solidFill>
          <a:ln w="12700">
            <a:solidFill>
              <a:srgbClr val="2E9E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Saves tourists' time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Reduces manual searching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Provides information in one place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Makes travel planning easier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Improves information accessibility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Helps users compare travel options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Provides quick access to important travel information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E3A33"/>
                </a:solidFill>
              </a:rPr>
              <a:t>Improves overall travel planning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7315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3E3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2026-10-11T14:19:49Z</dcterms:created>
  <dcterms:modified xsi:type="dcterms:W3CDTF">2026-10-11T14:19:49Z</dcterms:modified>
</cp:coreProperties>
</file>